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6400800" cy="6400800"/>
          </a:xfrm>
          <a:prstGeom prst="ellipse">
            <a:avLst/>
          </a:prstGeom>
          <a:solidFill>
            <a:srgbClr val="2A0E25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188720"/>
            <a:ext cx="4754880" cy="4754880"/>
          </a:xfrm>
          <a:prstGeom prst="ellipse">
            <a:avLst/>
          </a:prstGeom>
          <a:solidFill>
            <a:srgbClr val="482050"/>
          </a:solidFill>
          <a:ln/>
        </p:spPr>
      </p:sp>
      <p:sp>
        <p:nvSpPr>
          <p:cNvPr id="4" name="Shape 2"/>
          <p:cNvSpPr/>
          <p:nvPr/>
        </p:nvSpPr>
        <p:spPr>
          <a:xfrm>
            <a:off x="-2103120" y="4206240"/>
            <a:ext cx="4754880" cy="4754880"/>
          </a:xfrm>
          <a:prstGeom prst="ellipse">
            <a:avLst/>
          </a:prstGeom>
          <a:solidFill>
            <a:srgbClr val="2A0E25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"/>
            <a:ext cx="685800" cy="685800"/>
          </a:xfrm>
          <a:prstGeom prst="ellipse">
            <a:avLst/>
          </a:prstGeom>
          <a:solidFill>
            <a:srgbClr val="5C2A5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385" y="79438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FEIRA DE SOLUCOES PYTHON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20116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Sorteio Justo e Senhas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Temporarias com Python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21792" y="3977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nativa: </a:t>
            </a:r>
            <a:pPr indent="0" marL="0">
              <a:buNone/>
            </a:pPr>
            <a:r>
              <a:rPr lang="en-US" sz="2000" b="1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94360" y="4709160"/>
            <a:ext cx="5760720" cy="1417320"/>
          </a:xfrm>
          <a:prstGeom prst="roundRect">
            <a:avLst>
              <a:gd name="adj" fmla="val 5806"/>
            </a:avLst>
          </a:prstGeom>
          <a:solidFill>
            <a:srgbClr val="2A0E25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486460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aplicado a: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5120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Matriane Joias e Bijus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Sorteio no Instagram + geracao de senhas para novos usuarios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366760" y="4800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66760" y="5074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Grupo]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366760" y="54406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1]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2]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3]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8229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Dois desafios do dia a dia da loja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31720"/>
            <a:ext cx="822960" cy="822960"/>
          </a:xfrm>
          <a:prstGeom prst="ellipse">
            <a:avLst/>
          </a:prstGeom>
          <a:solidFill>
            <a:srgbClr val="F1E9D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4231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Sorteio no Instagram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05840" y="33375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quer sortear um cliente entre 1.000 seguidores de forma justa -- sem favorecimento, sem viés, com a mesma chance para todo mundo.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005840" y="4800600"/>
            <a:ext cx="4480560" cy="1051560"/>
          </a:xfrm>
          <a:prstGeom prst="roundRect">
            <a:avLst>
              <a:gd name="adj" fmla="val 6957"/>
            </a:avLst>
          </a:prstGeom>
          <a:solidFill>
            <a:srgbClr val="F1E9DE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489204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14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1.000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651760" y="498348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na lista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participantes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63640" y="1965960"/>
            <a:ext cx="52120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29400" y="2331720"/>
            <a:ext cx="822960" cy="822960"/>
          </a:xfrm>
          <a:prstGeom prst="ellipse">
            <a:avLst/>
          </a:prstGeom>
          <a:solidFill>
            <a:srgbClr val="F1E9DE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635240" y="24231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Senhas Temporarias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629400" y="33375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de TI precisa gerar, na hora, uma senha temporaria e imprevisivel para cada novo funcionario que entra no sistema.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629400" y="4800600"/>
            <a:ext cx="4480560" cy="1051560"/>
          </a:xfrm>
          <a:prstGeom prst="roundRect">
            <a:avLst>
              <a:gd name="adj" fmla="val 6957"/>
            </a:avLst>
          </a:prstGeom>
          <a:solidFill>
            <a:srgbClr val="F1E9DE"/>
          </a:solidFill>
          <a:ln/>
        </p:spPr>
      </p:sp>
      <p:sp>
        <p:nvSpPr>
          <p:cNvPr id="18" name="Text 14"/>
          <p:cNvSpPr/>
          <p:nvPr/>
        </p:nvSpPr>
        <p:spPr>
          <a:xfrm>
            <a:off x="6812280" y="489204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14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100%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8275320" y="498348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imprevisiveis a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geracao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D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377440"/>
            <a:ext cx="5486400" cy="5486400"/>
          </a:xfrm>
          <a:prstGeom prst="ellipse">
            <a:avLst/>
          </a:prstGeom>
          <a:solidFill>
            <a:srgbClr val="2A0E2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SOLUCAO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biblioteca </a:t>
            </a:r>
            <a:pPr indent="0" marL="0">
              <a:buNone/>
            </a:pPr>
            <a:r>
              <a:rPr lang="en-US" sz="34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random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21792" y="17830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como um saco de bolinhas de bingo dentro do codigo: cada vez que voce pede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ele “tirar uma bolinha”, vem uma diferente -- sem preferencia, sem repeticao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padrao. Nativa do Python, ou seja, zero instalacao.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520440" cy="2606040"/>
          </a:xfrm>
          <a:prstGeom prst="roundRect">
            <a:avLst>
              <a:gd name="adj" fmla="val 3509"/>
            </a:avLst>
          </a:prstGeom>
          <a:solidFill>
            <a:srgbClr val="2A0E25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703320"/>
            <a:ext cx="777240" cy="777240"/>
          </a:xfrm>
          <a:prstGeom prst="ellipse">
            <a:avLst/>
          </a:prstGeom>
          <a:solidFill>
            <a:srgbClr val="4A224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3897630"/>
            <a:ext cx="388620" cy="3886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Justo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60120" y="5010912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item da lista tem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a mesma chance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80560" y="3383280"/>
            <a:ext cx="3520440" cy="2606040"/>
          </a:xfrm>
          <a:prstGeom prst="roundRect">
            <a:avLst>
              <a:gd name="adj" fmla="val 3509"/>
            </a:avLst>
          </a:prstGeom>
          <a:solidFill>
            <a:srgbClr val="2A0E25"/>
          </a:solidFill>
          <a:ln/>
        </p:spPr>
      </p:sp>
      <p:sp>
        <p:nvSpPr>
          <p:cNvPr id="12" name="Shape 9"/>
          <p:cNvSpPr/>
          <p:nvPr/>
        </p:nvSpPr>
        <p:spPr>
          <a:xfrm>
            <a:off x="4800600" y="3703320"/>
            <a:ext cx="777240" cy="777240"/>
          </a:xfrm>
          <a:prstGeom prst="ellipse">
            <a:avLst/>
          </a:prstGeom>
          <a:solidFill>
            <a:srgbClr val="4A224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910" y="3897630"/>
            <a:ext cx="388620" cy="3886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006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Imprevisivel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800600" y="5010912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Ninguem consegue adivinhar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proximo resultado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321040" y="3383280"/>
            <a:ext cx="3520440" cy="2606040"/>
          </a:xfrm>
          <a:prstGeom prst="roundRect">
            <a:avLst>
              <a:gd name="adj" fmla="val 3509"/>
            </a:avLst>
          </a:prstGeom>
          <a:solidFill>
            <a:srgbClr val="2A0E25"/>
          </a:solidFill>
          <a:ln/>
        </p:spPr>
      </p:sp>
      <p:sp>
        <p:nvSpPr>
          <p:cNvPr id="17" name="Shape 13"/>
          <p:cNvSpPr/>
          <p:nvPr/>
        </p:nvSpPr>
        <p:spPr>
          <a:xfrm>
            <a:off x="8641080" y="3703320"/>
            <a:ext cx="777240" cy="777240"/>
          </a:xfrm>
          <a:prstGeom prst="ellipse">
            <a:avLst/>
          </a:prstGeom>
          <a:solidFill>
            <a:srgbClr val="4A224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5390" y="3897630"/>
            <a:ext cx="388620" cy="3886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64108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Nativo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641080" y="5010912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vem com o Python,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precisar instalar nada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PRATICA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8229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 3 comandos essenciais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12848"/>
            <a:ext cx="822960" cy="822960"/>
          </a:xfrm>
          <a:prstGeom prst="ellipse">
            <a:avLst/>
          </a:prstGeom>
          <a:solidFill>
            <a:srgbClr val="3D143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128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057400" y="208483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random.choice(lista)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57400" y="254203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Sorteia 1 item aleatorio da lista.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040880" y="2304288"/>
            <a:ext cx="4251960" cy="640080"/>
          </a:xfrm>
          <a:prstGeom prst="roundRect">
            <a:avLst>
              <a:gd name="adj" fmla="val 8571"/>
            </a:avLst>
          </a:prstGeom>
          <a:solidFill>
            <a:srgbClr val="2A0E25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0" y="2304288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8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vencedor = random.choice(clientes)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52044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813048"/>
            <a:ext cx="822960" cy="822960"/>
          </a:xfrm>
          <a:prstGeom prst="ellipse">
            <a:avLst/>
          </a:prstGeom>
          <a:solidFill>
            <a:srgbClr val="3D1436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8130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057400" y="368503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random.shuffle(lista)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414223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Embaralha a ordem da lista inteira.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904488"/>
            <a:ext cx="4251960" cy="640080"/>
          </a:xfrm>
          <a:prstGeom prst="roundRect">
            <a:avLst>
              <a:gd name="adj" fmla="val 8571"/>
            </a:avLst>
          </a:prstGeom>
          <a:solidFill>
            <a:srgbClr val="2A0E25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0" y="3904488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8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random.shuffle(clientes)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512064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5413248"/>
            <a:ext cx="822960" cy="822960"/>
          </a:xfrm>
          <a:prstGeom prst="ellipse">
            <a:avLst/>
          </a:prstGeom>
          <a:solidFill>
            <a:srgbClr val="3D1436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413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057400" y="528523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random.choices(seq, k=n)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057400" y="574243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Sorteia N itens, com repeticao (senhas).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040880" y="5504688"/>
            <a:ext cx="4251960" cy="640080"/>
          </a:xfrm>
          <a:prstGeom prst="roundRect">
            <a:avLst>
              <a:gd name="adj" fmla="val 8571"/>
            </a:avLst>
          </a:prstGeom>
          <a:solidFill>
            <a:srgbClr val="2A0E25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5504688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8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 = "".join(random.choices(chars, k=8))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A0E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685800" cy="685800"/>
          </a:xfrm>
          <a:prstGeom prst="ellipse">
            <a:avLst/>
          </a:prstGeom>
          <a:solidFill>
            <a:srgbClr val="48205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76581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640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MAO NA MASSA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508760" y="9144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Vamos rodar juntos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Abram o Python e digitem estas 4 linhas com a gente: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19456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1B0A18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423160"/>
            <a:ext cx="164592" cy="164592"/>
          </a:xfrm>
          <a:prstGeom prst="ellipse">
            <a:avLst/>
          </a:prstGeom>
          <a:solidFill>
            <a:srgbClr val="FF6159"/>
          </a:solidFill>
          <a:ln/>
        </p:spPr>
      </p:sp>
      <p:sp>
        <p:nvSpPr>
          <p:cNvPr id="9" name="Shape 6"/>
          <p:cNvSpPr/>
          <p:nvPr/>
        </p:nvSpPr>
        <p:spPr>
          <a:xfrm>
            <a:off x="1252728" y="242316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7"/>
          <p:cNvSpPr/>
          <p:nvPr/>
        </p:nvSpPr>
        <p:spPr>
          <a:xfrm>
            <a:off x="1545336" y="2423160"/>
            <a:ext cx="164592" cy="164592"/>
          </a:xfrm>
          <a:prstGeom prst="ellipse">
            <a:avLst/>
          </a:prstGeom>
          <a:solidFill>
            <a:srgbClr val="28C940"/>
          </a:solidFill>
          <a:ln/>
        </p:spPr>
      </p:sp>
      <p:sp>
        <p:nvSpPr>
          <p:cNvPr id="11" name="Text 8"/>
          <p:cNvSpPr/>
          <p:nvPr/>
        </p:nvSpPr>
        <p:spPr>
          <a:xfrm>
            <a:off x="960120" y="2788920"/>
            <a:ext cx="102412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8D8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random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9AE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usuarios = ["@didica", "@brunoooo", "@maicon"]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9AE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vencedor = random.choice(usuarios)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9AE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print("Vencedor:", vencedor)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482050"/>
          </a:solidFill>
          <a:ln/>
        </p:spPr>
      </p:sp>
      <p:sp>
        <p:nvSpPr>
          <p:cNvPr id="13" name="Shape 10"/>
          <p:cNvSpPr/>
          <p:nvPr/>
        </p:nvSpPr>
        <p:spPr>
          <a:xfrm>
            <a:off x="868680" y="5532120"/>
            <a:ext cx="548640" cy="548640"/>
          </a:xfrm>
          <a:prstGeom prst="ellipse">
            <a:avLst/>
          </a:prstGeom>
          <a:solidFill>
            <a:srgbClr val="3D143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" y="565556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7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apareceu um @usuario diferente do seu colega do lado, o sorteio esta funcionando!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DEMONSTRACAO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8229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sistema interno da loja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mini-sistema de linha de comando com login e menu, pronto pra usar no dia a dia: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14600" cy="3566160"/>
          </a:xfrm>
          <a:prstGeom prst="roundRect">
            <a:avLst>
              <a:gd name="adj" fmla="val 3636"/>
            </a:avLst>
          </a:prstGeom>
          <a:solidFill>
            <a:srgbClr val="3D1436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606040"/>
            <a:ext cx="777240" cy="777240"/>
          </a:xfrm>
          <a:prstGeom prst="ellipse">
            <a:avLst/>
          </a:prstGeom>
          <a:solidFill>
            <a:srgbClr val="5C2A5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800350"/>
            <a:ext cx="388620" cy="3886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5204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Login da equipe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96112" y="42519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e senha da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Matriane joias e bijus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200400" y="36576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&gt;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429000" y="2286000"/>
            <a:ext cx="2514600" cy="3566160"/>
          </a:xfrm>
          <a:prstGeom prst="roundRect">
            <a:avLst>
              <a:gd name="adj" fmla="val 3636"/>
            </a:avLst>
          </a:prstGeom>
          <a:solidFill>
            <a:srgbClr val="3D1436"/>
          </a:solidFill>
          <a:ln/>
        </p:spPr>
      </p:sp>
      <p:sp>
        <p:nvSpPr>
          <p:cNvPr id="12" name="Shape 9"/>
          <p:cNvSpPr/>
          <p:nvPr/>
        </p:nvSpPr>
        <p:spPr>
          <a:xfrm>
            <a:off x="3749040" y="2606040"/>
            <a:ext cx="777240" cy="777240"/>
          </a:xfrm>
          <a:prstGeom prst="ellipse">
            <a:avLst/>
          </a:prstGeom>
          <a:solidFill>
            <a:srgbClr val="5C2A5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350" y="2800350"/>
            <a:ext cx="388620" cy="3886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85032" y="35204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[1] Sortear usuario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685032" y="42519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random.choice() elege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cliente da lista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989320" y="36576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&gt;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217920" y="2286000"/>
            <a:ext cx="2514600" cy="3566160"/>
          </a:xfrm>
          <a:prstGeom prst="roundRect">
            <a:avLst>
              <a:gd name="adj" fmla="val 3636"/>
            </a:avLst>
          </a:prstGeom>
          <a:solidFill>
            <a:srgbClr val="3D1436"/>
          </a:solidFill>
          <a:ln/>
        </p:spPr>
      </p:sp>
      <p:sp>
        <p:nvSpPr>
          <p:cNvPr id="18" name="Shape 14"/>
          <p:cNvSpPr/>
          <p:nvPr/>
        </p:nvSpPr>
        <p:spPr>
          <a:xfrm>
            <a:off x="6537960" y="2606040"/>
            <a:ext cx="777240" cy="777240"/>
          </a:xfrm>
          <a:prstGeom prst="ellipse">
            <a:avLst/>
          </a:prstGeom>
          <a:solidFill>
            <a:srgbClr val="5C2A5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270" y="2800350"/>
            <a:ext cx="388620" cy="3886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73952" y="35204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[2] Novo usuario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473952" y="42519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random.choices() gera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senha temporaria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778240" y="36576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&gt;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9006840" y="2286000"/>
            <a:ext cx="2514600" cy="3566160"/>
          </a:xfrm>
          <a:prstGeom prst="roundRect">
            <a:avLst>
              <a:gd name="adj" fmla="val 3636"/>
            </a:avLst>
          </a:prstGeom>
          <a:solidFill>
            <a:srgbClr val="3D1436"/>
          </a:solidFill>
          <a:ln/>
        </p:spPr>
      </p:sp>
      <p:sp>
        <p:nvSpPr>
          <p:cNvPr id="24" name="Shape 19"/>
          <p:cNvSpPr/>
          <p:nvPr/>
        </p:nvSpPr>
        <p:spPr>
          <a:xfrm>
            <a:off x="9326880" y="2606040"/>
            <a:ext cx="777240" cy="777240"/>
          </a:xfrm>
          <a:prstGeom prst="ellipse">
            <a:avLst/>
          </a:prstGeom>
          <a:solidFill>
            <a:srgbClr val="5C2A5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0" y="2800350"/>
            <a:ext cx="388620" cy="3886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262872" y="35204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Efeito de espera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9262872" y="42519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time.sleep() deixa a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apresentacao mais fluida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4389120"/>
            <a:ext cx="4572000" cy="4572000"/>
          </a:xfrm>
          <a:prstGeom prst="ellipse">
            <a:avLst/>
          </a:prstGeom>
          <a:solidFill>
            <a:srgbClr val="2A0E2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Guia Rapido para a turma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 do codigo, deixamos um Cheat Sheet de 1 pagina com os 3 comandos do random, pra qualquer colega consultar depois da aula.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365760" cy="365760"/>
          </a:xfrm>
          <a:prstGeom prst="ellipse">
            <a:avLst/>
          </a:prstGeom>
          <a:solidFill>
            <a:srgbClr val="48205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95351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880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7F4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random.choice(lista) -- sorteio simples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447288"/>
            <a:ext cx="365760" cy="365760"/>
          </a:xfrm>
          <a:prstGeom prst="ellipse">
            <a:avLst/>
          </a:prstGeom>
          <a:solidFill>
            <a:srgbClr val="48205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520440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344728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7F4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random.shuffle(lista) -- embaralhar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014216"/>
            <a:ext cx="365760" cy="365760"/>
          </a:xfrm>
          <a:prstGeom prst="ellipse">
            <a:avLst/>
          </a:prstGeom>
          <a:solidFill>
            <a:srgbClr val="48205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08736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401421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7F4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random.choices(seq, k=n) -- gerar senha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7589520" y="1188720"/>
            <a:ext cx="3931920" cy="51206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589520" y="1188720"/>
            <a:ext cx="3931920" cy="1051560"/>
          </a:xfrm>
          <a:prstGeom prst="rect">
            <a:avLst/>
          </a:prstGeom>
          <a:solidFill>
            <a:srgbClr val="2A0E25"/>
          </a:solidFill>
          <a:ln/>
        </p:spPr>
      </p:sp>
      <p:sp>
        <p:nvSpPr>
          <p:cNvPr id="17" name="Text 12"/>
          <p:cNvSpPr/>
          <p:nvPr/>
        </p:nvSpPr>
        <p:spPr>
          <a:xfrm>
            <a:off x="7818120" y="1298448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Guia Rapido: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random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818120" y="25146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E9DE"/>
          </a:solidFill>
          <a:ln/>
        </p:spPr>
      </p:sp>
      <p:sp>
        <p:nvSpPr>
          <p:cNvPr id="19" name="Shape 14"/>
          <p:cNvSpPr/>
          <p:nvPr/>
        </p:nvSpPr>
        <p:spPr>
          <a:xfrm>
            <a:off x="7973568" y="26791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438" y="2782062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95360" y="26974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1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8595360" y="30449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no PDF anexo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7818120" y="3840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E9DE"/>
          </a:solidFill>
          <a:ln/>
        </p:spPr>
      </p:sp>
      <p:sp>
        <p:nvSpPr>
          <p:cNvPr id="24" name="Shape 18"/>
          <p:cNvSpPr/>
          <p:nvPr/>
        </p:nvSpPr>
        <p:spPr>
          <a:xfrm>
            <a:off x="7973568" y="400507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6438" y="4107942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595360" y="4023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2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595360" y="4370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no PDF anexo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7818120" y="516636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E9DE"/>
          </a:solidFill>
          <a:ln/>
        </p:spPr>
      </p:sp>
      <p:sp>
        <p:nvSpPr>
          <p:cNvPr id="29" name="Shape 22"/>
          <p:cNvSpPr/>
          <p:nvPr/>
        </p:nvSpPr>
        <p:spPr>
          <a:xfrm>
            <a:off x="7973568" y="533095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6438" y="5433822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595360" y="5349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3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8595360" y="5696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no PDF anexo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0E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-2560320"/>
            <a:ext cx="5943600" cy="5943600"/>
          </a:xfrm>
          <a:prstGeom prst="ellipse">
            <a:avLst/>
          </a:prstGeom>
          <a:solidFill>
            <a:srgbClr val="482050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3474720"/>
            <a:ext cx="5029200" cy="5029200"/>
          </a:xfrm>
          <a:prstGeom prst="ellipse">
            <a:avLst/>
          </a:prstGeom>
          <a:solidFill>
            <a:srgbClr val="482050"/>
          </a:solidFill>
          <a:ln/>
        </p:spPr>
      </p:sp>
      <p:sp>
        <p:nvSpPr>
          <p:cNvPr id="4" name="Shape 2"/>
          <p:cNvSpPr/>
          <p:nvPr/>
        </p:nvSpPr>
        <p:spPr>
          <a:xfrm>
            <a:off x="5349240" y="1371600"/>
            <a:ext cx="1051560" cy="1051560"/>
          </a:xfrm>
          <a:prstGeom prst="ellipse">
            <a:avLst/>
          </a:prstGeom>
          <a:solidFill>
            <a:srgbClr val="5C2A5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2130" y="1634490"/>
            <a:ext cx="525780" cy="5257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697480"/>
            <a:ext cx="12161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7F4F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Obrigado!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0" y="3520440"/>
            <a:ext cx="1216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D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Duvidas? Perguntas? A rodada de sorteio esta aberta.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51960" y="4343400"/>
            <a:ext cx="3657600" cy="868680"/>
          </a:xfrm>
          <a:prstGeom prst="roundRect">
            <a:avLst>
              <a:gd name="adj" fmla="val 9474"/>
            </a:avLst>
          </a:prstGeom>
          <a:solidFill>
            <a:srgbClr val="482050"/>
          </a:solidFill>
          <a:ln/>
        </p:spPr>
      </p:sp>
      <p:sp>
        <p:nvSpPr>
          <p:cNvPr id="9" name="Text 6"/>
          <p:cNvSpPr/>
          <p:nvPr/>
        </p:nvSpPr>
        <p:spPr>
          <a:xfrm>
            <a:off x="4251960" y="43434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A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random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0" y="6263640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Grupo]  --  Feira de Solucoes Python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Sorteio Justo e Senhas Temporarias com Python</dc:title>
  <dc:subject>PptxGenJS Presentation</dc:subject>
  <dc:creator>Feira de Solucoes Python</dc:creator>
  <cp:lastModifiedBy>Feira de Solucoes Python</cp:lastModifiedBy>
  <cp:revision>1</cp:revision>
  <dcterms:created xsi:type="dcterms:W3CDTF">2026-07-03T00:55:59Z</dcterms:created>
  <dcterms:modified xsi:type="dcterms:W3CDTF">2026-07-03T00:55:59Z</dcterms:modified>
</cp:coreProperties>
</file>